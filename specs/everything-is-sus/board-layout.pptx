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4660"/>
  </p:normalViewPr>
  <p:slideViewPr>
    <p:cSldViewPr snapToGrid="0">
      <p:cViewPr>
        <p:scale>
          <a:sx n="100" d="100"/>
          <a:sy n="100" d="100"/>
        </p:scale>
        <p:origin x="136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BCED-0D62-4785-8B92-E2D2B9F08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0913C-C57C-47A9-ADB8-C01F65F48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F253-7817-41A7-8CA4-2DA66577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91519-3087-4609-B57D-A48D0E45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8B747-D45B-4A52-9B62-9D802A8A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9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F625-BF86-4B92-8EBC-DC208EF0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160BF-BB59-40BD-BC8E-62AE8E28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7EFD-571F-490A-9636-1E8892BE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87EE2-653A-4702-B61E-31F9A84C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25DC1-990B-4435-9824-A94BA98E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6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2018-0177-453E-A6F0-3E21982B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7DD7D-6266-464D-B8DD-E024EA17B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94A8-6D97-4638-955B-9381D498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0764-CC4D-4706-BA52-444264C6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4A35E-DF6D-4236-9C26-F7D13285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9D98-9ACE-479F-A5CE-767AF590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13751-09C2-4FEF-9C5B-DBBF10C91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93C0E-FA7F-426D-91FC-C6906347F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A2307-FB65-4EA5-9A29-2DBC73DF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7B465-BBAB-4123-B20B-8A127B73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12278-53E8-4181-A0B3-771ED27C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4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3E9A-FF6B-4B74-B525-6172626B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87246-9C39-45F7-AD58-9DBCC01E2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3AB42-7766-477E-B839-1265765EE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2ED4C-2518-4FC8-BD8D-17BF6C987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EC8FD-F3AB-41EA-940F-06EA07A22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2FCC5-61CD-451C-9907-C0254E52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4D7BE-F371-4212-89EE-8A0A2D30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73189-EC03-4D99-BE36-6603AC07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3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A514-5E58-4794-AC72-93803F57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6744E-03AF-47B6-8938-77D93637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2A02F-4045-4E06-A604-430B6839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37CE6-74D9-419D-89BB-E16036F2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5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98FCB-CA97-4200-B509-E2E5A42A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BF0FD-8C1D-4C34-BE1E-0724A6A1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D129-A2E8-4313-B554-2395BF9D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6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E461-D179-4680-9D43-3BAB4236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A732-0164-456E-B201-3696603A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7ECF7-7EA9-458F-AE02-2E77982E1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15691-82A1-4C6F-B530-9CEAC596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0EC2D-20A7-4FED-B420-385F1496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A91FB-5B02-40DF-A9DB-11CF2298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3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2E7E-0FBF-4B81-8744-85ACAF02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C7445-3E1F-40A0-8C9E-0F817CEBF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3528D-C56C-4CC6-8525-B3E1374F3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F0FB9-8976-4A95-9D7B-284B4303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D69E5-BD24-40F0-B070-22D989C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F0C98-B3BB-4BDB-A8BC-C5BCDA1A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5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F196-59E4-44AF-8C80-70084EFA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977E2-B9F8-4BA0-9A6F-8047EC353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25EC-5DE7-4E4F-9F7C-AB23C883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F4C5C-48E5-48C2-B04A-DF75C089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1E92F-0C71-49F6-BA33-A8D904C0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83826-28A3-4B3B-B2A5-1CF5B66FC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A91BF-AD29-4BE6-A496-5E3EC6B03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EF712-110B-4B1F-98FA-8A2B932C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99C58-9731-4E5F-8432-B0996868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7BE0E-4745-455C-AC69-C17D57A3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6E0230-B282-43C5-9D64-FF65FEC1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75EA4-20FC-45CD-8146-9884A1D36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5381D-DD6D-47FF-A52A-5CAA37A19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54EE1-F084-43A3-93D8-EE182621495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7E7D7-C23D-4E21-AACE-961166D54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962FB-A1F7-4097-A0BD-B2066CC51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611EE-E5EC-4108-821E-EA81FA3FD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7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3A5854-7E20-437F-A7C1-6EC4CF7B2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2949"/>
              </p:ext>
            </p:extLst>
          </p:nvPr>
        </p:nvGraphicFramePr>
        <p:xfrm>
          <a:off x="124460" y="109220"/>
          <a:ext cx="8641080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9753168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675109812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91288578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941974179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991645948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1828400271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1622237768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867276933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371818119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1612560334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273401967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1985961206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631603965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197451757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811564851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980679736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710089901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975268547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488734374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773834210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1375845495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611070004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577701694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1165469614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575978229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137260031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3667831998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29393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73633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49035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67997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4444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52576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9938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9782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9759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73359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792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87312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4681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8027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7318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800" b="0" dirty="0"/>
                        <a:t>α</a:t>
                      </a:r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800" b="0" dirty="0"/>
                        <a:t>β</a:t>
                      </a:r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800" b="0" dirty="0"/>
                        <a:t>γ</a:t>
                      </a:r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61704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800" b="0" dirty="0"/>
                        <a:t>δ</a:t>
                      </a:r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800" b="0" dirty="0"/>
                        <a:t>ε</a:t>
                      </a:r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800" b="0" dirty="0"/>
                        <a:t>ζ</a:t>
                      </a:r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7376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226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391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7FDBA1-9BD4-462A-BDC0-BDBD7D621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753922"/>
              </p:ext>
            </p:extLst>
          </p:nvPr>
        </p:nvGraphicFramePr>
        <p:xfrm>
          <a:off x="9296400" y="198966"/>
          <a:ext cx="208534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340">
                  <a:extLst>
                    <a:ext uri="{9D8B030D-6E8A-4147-A177-3AD203B41FA5}">
                      <a16:colId xmlns:a16="http://schemas.microsoft.com/office/drawing/2014/main" val="2896585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Legend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031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Swimming Pool Room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637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Screened-in-Porch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4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Greenhouse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97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Study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32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Game Room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43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Living Room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84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Ballroom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94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Kitchen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4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Dining Room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89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Foyer / walkable spaces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0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Hallway / walkable spaces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5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Stairs, unwalkable spaces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136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FBAF02-9E9A-417A-8A2F-B6C669BF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71880"/>
              </p:ext>
            </p:extLst>
          </p:nvPr>
        </p:nvGraphicFramePr>
        <p:xfrm>
          <a:off x="9296400" y="5546512"/>
          <a:ext cx="1422400" cy="304801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1154370638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sz="1400" dirty="0"/>
                        <a:t>Door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mpd="sng">
                      <a:noFill/>
                      <a:prstDash val="sysDot"/>
                    </a:lnR>
                    <a:lnT w="57150" cmpd="sng">
                      <a:noFill/>
                      <a:prstDash val="sysDot"/>
                    </a:lnT>
                    <a:lnB w="57150" cmpd="sng">
                      <a:noFill/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52469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6BDDFD-7A62-48B5-918E-4D6920E5F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435806"/>
              </p:ext>
            </p:extLst>
          </p:nvPr>
        </p:nvGraphicFramePr>
        <p:xfrm>
          <a:off x="9296400" y="5137996"/>
          <a:ext cx="2286000" cy="30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1625044969"/>
                    </a:ext>
                  </a:extLst>
                </a:gridCol>
              </a:tblGrid>
              <a:tr h="28636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Entryway (open)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57150" cmpd="sng">
                      <a:noFill/>
                      <a:prstDash val="sysDot"/>
                    </a:lnR>
                    <a:lnT w="57150" cmpd="sng">
                      <a:noFill/>
                      <a:prstDash val="sysDot"/>
                    </a:lnT>
                    <a:lnB w="57150" cmpd="sng">
                      <a:noFill/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255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86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82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Vajda</dc:creator>
  <cp:lastModifiedBy>Jonathan Vajda</cp:lastModifiedBy>
  <cp:revision>13</cp:revision>
  <dcterms:created xsi:type="dcterms:W3CDTF">2026-10-24T13:27:36Z</dcterms:created>
  <dcterms:modified xsi:type="dcterms:W3CDTF">2026-10-24T15:09:42Z</dcterms:modified>
</cp:coreProperties>
</file>